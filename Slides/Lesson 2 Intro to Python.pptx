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1.0 Programming" userId="d9944a5f9a1f43e9" providerId="LiveId" clId="{0419664C-E313-4B2F-8B87-2244A3C7B8B7}"/>
    <pc:docChg chg="custSel modSld">
      <pc:chgData name="1.0 Programming" userId="d9944a5f9a1f43e9" providerId="LiveId" clId="{0419664C-E313-4B2F-8B87-2244A3C7B8B7}" dt="2026-01-26T06:36:45.224" v="43" actId="20577"/>
      <pc:docMkLst>
        <pc:docMk/>
      </pc:docMkLst>
      <pc:sldChg chg="modSp">
        <pc:chgData name="1.0 Programming" userId="d9944a5f9a1f43e9" providerId="LiveId" clId="{0419664C-E313-4B2F-8B87-2244A3C7B8B7}" dt="2026-01-26T06:20:25.718" v="41" actId="207"/>
        <pc:sldMkLst>
          <pc:docMk/>
          <pc:sldMk cId="0" sldId="263"/>
        </pc:sldMkLst>
        <pc:spChg chg="mod">
          <ac:chgData name="1.0 Programming" userId="d9944a5f9a1f43e9" providerId="LiveId" clId="{0419664C-E313-4B2F-8B87-2244A3C7B8B7}" dt="2026-01-26T06:20:25.718" v="41" actId="207"/>
          <ac:spMkLst>
            <pc:docMk/>
            <pc:sldMk cId="0" sldId="263"/>
            <ac:spMk id="97" creationId="{00000000-0000-0000-0000-000000000000}"/>
          </ac:spMkLst>
        </pc:spChg>
      </pc:sldChg>
      <pc:sldChg chg="modSp">
        <pc:chgData name="1.0 Programming" userId="d9944a5f9a1f43e9" providerId="LiveId" clId="{0419664C-E313-4B2F-8B87-2244A3C7B8B7}" dt="2026-01-26T06:36:45.224" v="43" actId="20577"/>
        <pc:sldMkLst>
          <pc:docMk/>
          <pc:sldMk cId="0" sldId="264"/>
        </pc:sldMkLst>
        <pc:spChg chg="mod">
          <ac:chgData name="1.0 Programming" userId="d9944a5f9a1f43e9" providerId="LiveId" clId="{0419664C-E313-4B2F-8B87-2244A3C7B8B7}" dt="2026-01-26T06:36:45.224" v="43" actId="20577"/>
          <ac:spMkLst>
            <pc:docMk/>
            <pc:sldMk cId="0" sldId="264"/>
            <ac:spMk id="103" creationId="{00000000-0000-0000-0000-000000000000}"/>
          </ac:spMkLst>
        </pc:spChg>
      </pc:sldChg>
    </pc:docChg>
  </pc:docChgLst>
  <pc:docChgLst>
    <pc:chgData name="1.0 Programming" userId="d9944a5f9a1f43e9" providerId="LiveId" clId="{9280625E-6389-4490-8660-39F296A1B198}"/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af3eaca496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af3eaca496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af3eaca49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af3eaca49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af3eaca49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af3eaca49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af3eaca49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af3eaca496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af3eaca49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af3eaca49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af3eaca496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af3eaca496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f3eaca496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2af3eaca496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af3eaca496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af3eaca496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af3eaca496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2af3eaca496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af3eaca496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2af3eaca496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print("Select operation:")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print("1. Add")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print("2. Subtract")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print("3. Multiply")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print("4. Divide")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choice = input("Enter choice (1/2/3/4): ")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num1 = float(input("Enter first number: "))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num2 = float(input("Enter second number: "))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if choice == '1':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  print("Result:", num1 + num2)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elif choice == '2':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  print("Result:", num1 - num2)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elif choice == '3':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  print("Result:", num1 * num2)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elif choice == '4':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  print("Result:", num1 / num2)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else: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  print("Invalid input")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Introduction to Python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What is Python?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ru" dirty="0"/>
              <a:t>High-level, interpreted programming language.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ru" dirty="0"/>
              <a:t>Created by Guido van Rossum in 1991.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/>
              <a:t>Why Learn Python?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ru" dirty="0"/>
              <a:t>Easy to read and write.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ru" dirty="0"/>
              <a:t>Widely used in web development, data science, automation, and more.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Installing Python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Visit </a:t>
            </a:r>
            <a:r>
              <a:rPr lang="ru" b="1" dirty="0">
                <a:solidFill>
                  <a:srgbClr val="FF0000"/>
                </a:solidFill>
              </a:rPr>
              <a:t>python.org</a:t>
            </a:r>
            <a:r>
              <a:rPr lang="ru" dirty="0"/>
              <a:t> to download.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/>
              <a:t>Follow installation instructions for your OS.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b="1" dirty="0"/>
              <a:t>Verify Installation: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/>
              <a:t>Open terminal/command prompt and type </a:t>
            </a:r>
            <a:r>
              <a:rPr lang="ru" b="1" dirty="0">
                <a:solidFill>
                  <a:srgbClr val="00FF00"/>
                </a:solidFill>
              </a:rPr>
              <a:t>python --version</a:t>
            </a:r>
            <a:endParaRPr b="1" dirty="0">
              <a:solidFill>
                <a:srgbClr val="00FF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Your First Python Program</a:t>
            </a:r>
            <a:endParaRPr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 dirty="0"/>
              <a:t>print("Hello, World!")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Run the Program: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Save the file as hello.py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Run using </a:t>
            </a:r>
            <a:r>
              <a:rPr lang="ru" b="1" dirty="0"/>
              <a:t>python hello.py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Python Syntax</a:t>
            </a:r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Python uses indentation to define blocks of code.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b="1" dirty="0">
                <a:solidFill>
                  <a:srgbClr val="FF0000"/>
                </a:solidFill>
              </a:rPr>
              <a:t>if True:</a:t>
            </a:r>
            <a:endParaRPr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b="1" dirty="0">
                <a:solidFill>
                  <a:srgbClr val="FF0000"/>
                </a:solidFill>
              </a:rPr>
              <a:t>    print("This is indented.")</a:t>
            </a:r>
            <a:endParaRPr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Comments: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Single-line: # This is a comment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Multi-line: """This is a comment"""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Variables and Data Types</a:t>
            </a:r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No need to declare types.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name = "Alice"</a:t>
            </a:r>
            <a:endParaRPr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age = 25</a:t>
            </a:r>
            <a:endParaRPr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dirty="0"/>
              <a:t>Data Types: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b="1" dirty="0"/>
              <a:t>Strings: “</a:t>
            </a:r>
            <a:r>
              <a:rPr lang="en-US" b="1" dirty="0"/>
              <a:t>123</a:t>
            </a:r>
            <a:r>
              <a:rPr lang="ru" b="1" dirty="0"/>
              <a:t>"</a:t>
            </a:r>
            <a:endParaRPr b="1"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b="1" dirty="0"/>
              <a:t>Integers: 42</a:t>
            </a:r>
            <a:endParaRPr lang="en-US" b="1"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b="1" dirty="0"/>
              <a:t>Floats: 3.14</a:t>
            </a:r>
            <a:endParaRPr b="1"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b="1" dirty="0"/>
              <a:t>Booleans: True or False</a:t>
            </a:r>
            <a:endParaRPr b="1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Python Input and Output</a:t>
            </a:r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name = input("What is your name? ")</a:t>
            </a:r>
            <a:endParaRPr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print("Hello, " + name)</a:t>
            </a:r>
            <a:endParaRPr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" dirty="0"/>
              <a:t>Use print() function.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Control Flow</a:t>
            </a:r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b="1" dirty="0">
                <a:solidFill>
                  <a:schemeClr val="dk1"/>
                </a:solidFill>
              </a:rPr>
              <a:t>If-Else Statements:</a:t>
            </a:r>
            <a:endParaRPr sz="1600" b="1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>
                <a:solidFill>
                  <a:srgbClr val="FF0000"/>
                </a:solidFill>
              </a:rPr>
              <a:t>age = 18</a:t>
            </a:r>
            <a:endParaRPr sz="1600"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>
                <a:solidFill>
                  <a:srgbClr val="FF0000"/>
                </a:solidFill>
              </a:rPr>
              <a:t>if age &gt;= 18:</a:t>
            </a:r>
            <a:endParaRPr sz="1600"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>
                <a:solidFill>
                  <a:srgbClr val="FF0000"/>
                </a:solidFill>
              </a:rPr>
              <a:t>    print(“</a:t>
            </a:r>
            <a:r>
              <a:rPr lang="en-US" sz="1600" dirty="0">
                <a:solidFill>
                  <a:srgbClr val="FF0000"/>
                </a:solidFill>
              </a:rPr>
              <a:t>hello, {</a:t>
            </a:r>
            <a:r>
              <a:rPr lang="en-US" sz="1600" dirty="0">
                <a:solidFill>
                  <a:schemeClr val="tx1"/>
                </a:solidFill>
              </a:rPr>
              <a:t>name</a:t>
            </a:r>
            <a:r>
              <a:rPr lang="en-US" sz="1600" dirty="0">
                <a:solidFill>
                  <a:srgbClr val="FF0000"/>
                </a:solidFill>
              </a:rPr>
              <a:t>}</a:t>
            </a:r>
            <a:r>
              <a:rPr lang="ru" sz="1600" dirty="0">
                <a:solidFill>
                  <a:srgbClr val="FF0000"/>
                </a:solidFill>
              </a:rPr>
              <a:t> </a:t>
            </a:r>
            <a:r>
              <a:rPr lang="en-US" sz="1600" dirty="0">
                <a:solidFill>
                  <a:srgbClr val="FF0000"/>
                </a:solidFill>
              </a:rPr>
              <a:t> you </a:t>
            </a:r>
            <a:r>
              <a:rPr lang="ru" sz="1600" dirty="0">
                <a:solidFill>
                  <a:srgbClr val="FF0000"/>
                </a:solidFill>
              </a:rPr>
              <a:t>are an adult.")</a:t>
            </a:r>
            <a:endParaRPr sz="1600"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>
                <a:solidFill>
                  <a:srgbClr val="FF0000"/>
                </a:solidFill>
              </a:rPr>
              <a:t>else:</a:t>
            </a:r>
            <a:endParaRPr sz="1600"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>
                <a:solidFill>
                  <a:srgbClr val="FF0000"/>
                </a:solidFill>
              </a:rPr>
              <a:t>    print(“</a:t>
            </a:r>
            <a:r>
              <a:rPr lang="en-US" sz="1600" dirty="0">
                <a:solidFill>
                  <a:srgbClr val="FF0000"/>
                </a:solidFill>
              </a:rPr>
              <a:t>Hello, {</a:t>
            </a:r>
            <a:r>
              <a:rPr lang="en-US" sz="1600" dirty="0">
                <a:solidFill>
                  <a:schemeClr val="tx1"/>
                </a:solidFill>
              </a:rPr>
              <a:t>name</a:t>
            </a:r>
            <a:r>
              <a:rPr lang="en-US" sz="1600" dirty="0">
                <a:solidFill>
                  <a:srgbClr val="FF0000"/>
                </a:solidFill>
              </a:rPr>
              <a:t>} y</a:t>
            </a:r>
            <a:r>
              <a:rPr lang="ru" sz="1600" dirty="0">
                <a:solidFill>
                  <a:srgbClr val="FF0000"/>
                </a:solidFill>
              </a:rPr>
              <a:t>ou are a minor.")</a:t>
            </a:r>
            <a:endParaRPr sz="1600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Control Flow:  loop: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for i in range(5):</a:t>
            </a:r>
            <a:endParaRPr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    print(i)</a:t>
            </a:r>
            <a:endParaRPr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/>
              <a:t>while loop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0000"/>
                </a:solidFill>
              </a:rPr>
              <a:t>            </a:t>
            </a:r>
            <a:r>
              <a:rPr lang="ru" dirty="0">
                <a:solidFill>
                  <a:srgbClr val="FF0000"/>
                </a:solidFill>
              </a:rPr>
              <a:t>count = 0</a:t>
            </a:r>
            <a:endParaRPr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-US" dirty="0">
                <a:solidFill>
                  <a:srgbClr val="FF0000"/>
                </a:solidFill>
              </a:rPr>
              <a:t>    </a:t>
            </a:r>
            <a:r>
              <a:rPr lang="ru" dirty="0">
                <a:solidFill>
                  <a:srgbClr val="FF0000"/>
                </a:solidFill>
              </a:rPr>
              <a:t>while count &lt; 5:</a:t>
            </a:r>
            <a:endParaRPr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    print(count)</a:t>
            </a:r>
            <a:endParaRPr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    count += 1</a:t>
            </a:r>
            <a:endParaRPr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Functions</a:t>
            </a:r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def greet(name):</a:t>
            </a:r>
            <a:endParaRPr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FF0000"/>
                </a:solidFill>
              </a:rPr>
              <a:t>    return "Hello, " + name</a:t>
            </a:r>
            <a:endParaRPr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/>
              <a:t># calling the function</a:t>
            </a:r>
            <a:endParaRPr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>
                <a:solidFill>
                  <a:srgbClr val="FF0000"/>
                </a:solidFill>
              </a:rPr>
              <a:t>print(greet("Alice"))</a:t>
            </a:r>
            <a:endParaRPr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Class Task: Simple Calculator</a:t>
            </a:r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FF0000"/>
                </a:solidFill>
              </a:rPr>
              <a:t>Objective:</a:t>
            </a:r>
            <a:r>
              <a:rPr lang="ru" dirty="0"/>
              <a:t> Create a Python program that acts as a simple calculator.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FF0000"/>
                </a:solidFill>
              </a:rPr>
              <a:t>Requirements:</a:t>
            </a:r>
            <a:endParaRPr dirty="0">
              <a:solidFill>
                <a:srgbClr val="FF0000"/>
              </a:solidFill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/>
              <a:t>The program should ask the user to input two numbers.</a:t>
            </a:r>
            <a:endParaRPr sz="1600"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/>
              <a:t>Provide a menu for operations: addition, subtraction, multiplication, and division.</a:t>
            </a:r>
            <a:endParaRPr sz="1600" dirty="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600" dirty="0"/>
              <a:t>Perform the selected operation and display the result.</a:t>
            </a:r>
            <a:endParaRPr sz="1600"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488</Words>
  <Application>Microsoft Office PowerPoint</Application>
  <PresentationFormat>Экран (16:9)</PresentationFormat>
  <Paragraphs>92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3" baseType="lpstr">
      <vt:lpstr>Arial</vt:lpstr>
      <vt:lpstr>Simple Dark</vt:lpstr>
      <vt:lpstr>Introduction to Python</vt:lpstr>
      <vt:lpstr>What is Python?</vt:lpstr>
      <vt:lpstr>Installing Python</vt:lpstr>
      <vt:lpstr>Your First Python Program</vt:lpstr>
      <vt:lpstr> Python Syntax</vt:lpstr>
      <vt:lpstr>Variables and Data Types</vt:lpstr>
      <vt:lpstr>Python Input and Output</vt:lpstr>
      <vt:lpstr>Control Flow</vt:lpstr>
      <vt:lpstr>Control Flow:  loop: </vt:lpstr>
      <vt:lpstr>Functions</vt:lpstr>
      <vt:lpstr>Class Task: Simple Calculator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Python</dc:title>
  <cp:lastModifiedBy>1.0 Programming</cp:lastModifiedBy>
  <cp:revision>4</cp:revision>
  <dcterms:modified xsi:type="dcterms:W3CDTF">2026-01-26T07:35:50Z</dcterms:modified>
</cp:coreProperties>
</file>