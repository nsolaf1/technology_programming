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 Mono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.0 Programming" userId="d9944a5f9a1f43e9" providerId="LiveId" clId="{1C701E73-8C87-41D9-82D9-49CAB6228409}"/>
    <pc:docChg chg="undo modSld">
      <pc:chgData name="1.0 Programming" userId="d9944a5f9a1f43e9" providerId="LiveId" clId="{1C701E73-8C87-41D9-82D9-49CAB6228409}" dt="2026-02-16T07:46:32.996" v="4" actId="20577"/>
      <pc:docMkLst>
        <pc:docMk/>
      </pc:docMkLst>
      <pc:sldChg chg="modSp">
        <pc:chgData name="1.0 Programming" userId="d9944a5f9a1f43e9" providerId="LiveId" clId="{1C701E73-8C87-41D9-82D9-49CAB6228409}" dt="2026-02-16T07:46:32.996" v="4" actId="20577"/>
        <pc:sldMkLst>
          <pc:docMk/>
          <pc:sldMk cId="0" sldId="259"/>
        </pc:sldMkLst>
        <pc:spChg chg="mod">
          <ac:chgData name="1.0 Programming" userId="d9944a5f9a1f43e9" providerId="LiveId" clId="{1C701E73-8C87-41D9-82D9-49CAB6228409}" dt="2026-02-16T07:46:32.996" v="4" actId="20577"/>
          <ac:spMkLst>
            <pc:docMk/>
            <pc:sldMk cId="0" sldId="259"/>
            <ac:spMk id="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d1adcc2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d1adcc2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d1adcc2b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d1adcc2b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d1adcc2b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d1adcc2b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d1adcc2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d1adcc2b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d1adcc2b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d1adcc2b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d6a413d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d6a413d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 Slicing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Naming Conventions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the Task Name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Generate a Masked Credit Card Number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Name file: Generate_a_Masked_Credit_Card_Number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Generate_a_Masked_Credit_Card_Number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Write a program that takes a credit card number as input (a string of 16 digits) and returns a masked version where only the last four digits are visible. The rest should be replaced 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1100" dirty="0">
                <a:solidFill>
                  <a:schemeClr val="dk1"/>
                </a:solidFill>
              </a:rPr>
              <a:t>. If the input is not 16 digits, print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"Invalid card number"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INPUT: 1234567812345678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OUTPUT: ************5678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Words That Contain a Specific Letter in a List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Write a program that takes a list of words and a letter. Find all words that contain the letter at least </a:t>
            </a:r>
            <a:r>
              <a:rPr lang="en" sz="1100" dirty="0">
                <a:solidFill>
                  <a:srgbClr val="FF0000"/>
                </a:solidFill>
              </a:rPr>
              <a:t>twice</a:t>
            </a:r>
            <a:r>
              <a:rPr lang="en" sz="1100" dirty="0">
                <a:solidFill>
                  <a:schemeClr val="dk1"/>
                </a:solidFill>
              </a:rPr>
              <a:t> and store them in a new list. If no words match the criteria, print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"No words found"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words = ["banana", "apple", "cherry", "grape"]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letter = "a"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OUTPUT: [</a:t>
            </a:r>
            <a:r>
              <a:rPr lang="en" sz="1100">
                <a:solidFill>
                  <a:schemeClr val="dk1"/>
                </a:solidFill>
              </a:rPr>
              <a:t>'banana']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 the Longest_Word in a List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Write a program that takes a list of words and finds the longest one using string slicing and if conditions. If two words have the same length, return the first one that appears in the list.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words = ["apple", "banana", "cherry", "blueberry"]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OUTPUT: The longest word is </a:t>
            </a:r>
            <a:r>
              <a:rPr lang="en" b="1" dirty="0"/>
              <a:t>blueberry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Capitalize Every Alternate Word in a Sentence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Write a Python program that takes a sentence and capitalizes every </a:t>
            </a:r>
            <a:r>
              <a:rPr lang="en" sz="1100" b="1">
                <a:solidFill>
                  <a:schemeClr val="dk1"/>
                </a:solidFill>
              </a:rPr>
              <a:t>alternate</a:t>
            </a:r>
            <a:r>
              <a:rPr lang="en" sz="1100">
                <a:solidFill>
                  <a:schemeClr val="dk1"/>
                </a:solidFill>
              </a:rPr>
              <a:t> word, starting from the first. If the sentence has less than two words, print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"Too short to modify"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INPUT: </a:t>
            </a:r>
            <a:endParaRPr sz="110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sentence = "python is a great programming language"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OUTPUT: "Python is A great Programming language"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Duplicates from a List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Python program that removes duplicate values from a list while maintaining the original order.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Input:  [1, 2, 2, 3, 4, 4, 5]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OUTPUT:  [1, 2, 3, 4, 5]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363</Words>
  <Application>Microsoft Office PowerPoint</Application>
  <PresentationFormat>Экран (16:9)</PresentationFormat>
  <Paragraphs>34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Roboto Mono</vt:lpstr>
      <vt:lpstr>Simple Light</vt:lpstr>
      <vt:lpstr>STR Slicing</vt:lpstr>
      <vt:lpstr>Naming Conventions</vt:lpstr>
      <vt:lpstr>Generate_a_Masked_Credit_Card_Number</vt:lpstr>
      <vt:lpstr>Find Words That Contain a Specific Letter in a List</vt:lpstr>
      <vt:lpstr>Find the Longest_Word in a List</vt:lpstr>
      <vt:lpstr>Capitalize Every Alternate Word in a Sentence</vt:lpstr>
      <vt:lpstr>Removing Duplicates from a List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 Slicing</dc:title>
  <cp:lastModifiedBy>1.0 Programming</cp:lastModifiedBy>
  <cp:revision>1</cp:revision>
  <dcterms:modified xsi:type="dcterms:W3CDTF">2026-02-16T07:46:33Z</dcterms:modified>
</cp:coreProperties>
</file>